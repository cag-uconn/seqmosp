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441" r:id="rId2"/>
  </p:sldIdLst>
  <p:sldSz cx="9144000" cy="6858000" type="screen4x3"/>
  <p:notesSz cx="70104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rgbClr val="0066CC"/>
        </a:solidFill>
        <a:latin typeface="Arial" pitchFamily="34" charset="0"/>
        <a:ea typeface="ＭＳ Ｐゴシック" pitchFamily="3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rgbClr val="0066CC"/>
        </a:solidFill>
        <a:latin typeface="Arial" pitchFamily="34" charset="0"/>
        <a:ea typeface="ＭＳ Ｐゴシック" pitchFamily="3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rgbClr val="0066CC"/>
        </a:solidFill>
        <a:latin typeface="Arial" pitchFamily="34" charset="0"/>
        <a:ea typeface="ＭＳ Ｐゴシック" pitchFamily="3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rgbClr val="0066CC"/>
        </a:solidFill>
        <a:latin typeface="Arial" pitchFamily="34" charset="0"/>
        <a:ea typeface="ＭＳ Ｐゴシック" pitchFamily="3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rgbClr val="0066CC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rgbClr val="0066CC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rgbClr val="0066CC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rgbClr val="0066CC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rgbClr val="0066CC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BBADEDB-7CAA-DD44-8691-66ED40ADDAFA}">
          <p14:sldIdLst>
            <p14:sldId id="14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E492"/>
    <a:srgbClr val="0E2841"/>
    <a:srgbClr val="C04F15"/>
    <a:srgbClr val="13501B"/>
    <a:srgbClr val="97B6E1"/>
    <a:srgbClr val="83CBEB"/>
    <a:srgbClr val="6B6BCF"/>
    <a:srgbClr val="CFE4CE"/>
    <a:srgbClr val="DDCEE3"/>
    <a:srgbClr val="EFEF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52" autoAdjust="0"/>
  </p:normalViewPr>
  <p:slideViewPr>
    <p:cSldViewPr>
      <p:cViewPr varScale="1">
        <p:scale>
          <a:sx n="85" d="100"/>
          <a:sy n="85" d="100"/>
        </p:scale>
        <p:origin x="903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8" d="100"/>
        <a:sy n="38" d="100"/>
      </p:scale>
      <p:origin x="0" y="-10608"/>
    </p:cViewPr>
  </p:sorterViewPr>
  <p:notesViewPr>
    <p:cSldViewPr>
      <p:cViewPr varScale="1">
        <p:scale>
          <a:sx n="59" d="100"/>
          <a:sy n="59" d="100"/>
        </p:scale>
        <p:origin x="-2472" y="-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26" tIns="44064" rIns="88126" bIns="44064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26" tIns="44064" rIns="88126" bIns="4406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8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26" tIns="44064" rIns="88126" bIns="44064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8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26" tIns="44064" rIns="88126" bIns="4406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8C2ABE4-2C5F-4FD6-8B05-1FA07893314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638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9" tIns="46578" rIns="93159" bIns="46578" numCol="1" anchor="t" anchorCtr="0" compatLnSpc="1">
            <a:prstTxWarp prst="textNoShape">
              <a:avLst/>
            </a:prstTxWarp>
          </a:bodyPr>
          <a:lstStyle>
            <a:lvl1pPr algn="l" defTabSz="931836">
              <a:defRPr sz="13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9" tIns="46578" rIns="93159" bIns="46578" numCol="1" anchor="t" anchorCtr="0" compatLnSpc="1">
            <a:prstTxWarp prst="textNoShape">
              <a:avLst/>
            </a:prstTxWarp>
          </a:bodyPr>
          <a:lstStyle>
            <a:lvl1pPr algn="r" defTabSz="931836">
              <a:defRPr sz="13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9" tIns="46578" rIns="93159" bIns="465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9" tIns="46578" rIns="93159" bIns="46578" numCol="1" anchor="b" anchorCtr="0" compatLnSpc="1">
            <a:prstTxWarp prst="textNoShape">
              <a:avLst/>
            </a:prstTxWarp>
          </a:bodyPr>
          <a:lstStyle>
            <a:lvl1pPr algn="l" defTabSz="931836">
              <a:defRPr sz="13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9" tIns="46578" rIns="93159" bIns="46578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solidFill>
                  <a:schemeClr val="tx1"/>
                </a:solidFill>
              </a:defRPr>
            </a:lvl1pPr>
          </a:lstStyle>
          <a:p>
            <a:fld id="{8BFA8FD6-F932-4ED4-ABBE-589BCBDFC0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147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1447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9" name="Straight Connector 8"/>
          <p:cNvCxnSpPr>
            <a:cxnSpLocks noChangeShapeType="1"/>
          </p:cNvCxnSpPr>
          <p:nvPr userDrawn="1"/>
        </p:nvCxnSpPr>
        <p:spPr bwMode="auto">
          <a:xfrm>
            <a:off x="152400" y="1066800"/>
            <a:ext cx="8839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10" name="Picture 12" descr="CAG_logo.pdf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410210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038600"/>
            <a:ext cx="6400800" cy="14478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hlink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38200" y="2209800"/>
            <a:ext cx="7772400" cy="990600"/>
          </a:xfrm>
        </p:spPr>
        <p:txBody>
          <a:bodyPr/>
          <a:lstStyle>
            <a:lvl1pPr>
              <a:defRPr>
                <a:solidFill>
                  <a:schemeClr val="hlink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458200" cy="838200"/>
          </a:xfrm>
        </p:spPr>
        <p:txBody>
          <a:bodyPr/>
          <a:lstStyle>
            <a:lvl1pPr algn="l">
              <a:defRPr sz="3200">
                <a:solidFill>
                  <a:srgbClr val="6600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5181600"/>
          </a:xfrm>
          <a:ln>
            <a:noFill/>
          </a:ln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842DCF-8D73-4744-8A1B-A09D1F63F0C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DCFB20-4DD6-4D51-9B73-8D8BD32E54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90600"/>
            <a:ext cx="42672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2672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FBA128-0023-4D63-AAF3-C1FA8A1310F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063D11-DB5A-41E8-8CDC-0521FFF868F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500B0E-7131-47BE-973B-5FB16FFA134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51C682-56FA-4895-964A-F02EC422EA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ACA38B-8706-48B7-A216-0C6BEFB2F2D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30C99C-465B-47FA-A2DE-782F397A8E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784560-374D-4598-9989-3FBCF81B39B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"/>
            <a:ext cx="217170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76200"/>
            <a:ext cx="636270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F493D0-328A-40D7-B004-644877362F5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990600"/>
            <a:ext cx="4267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90600"/>
            <a:ext cx="4267200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810000"/>
            <a:ext cx="4267200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BE3DB2-0A95-429A-A0CF-481016FFA5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228600" y="76200"/>
            <a:ext cx="8686800" cy="6400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D00AC9-8668-4B78-A29D-AF7010B0D6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990600"/>
            <a:ext cx="4267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267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02B97E-041E-4D05-A6F7-6A000B89242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533400" y="76200"/>
            <a:ext cx="82296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90600"/>
            <a:ext cx="4267200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90600"/>
            <a:ext cx="4267200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28600" y="3810000"/>
            <a:ext cx="4267200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810000"/>
            <a:ext cx="4267200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905174-4567-45F4-AF3D-8AE131B5A9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76200"/>
            <a:ext cx="8382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0600"/>
            <a:ext cx="86868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46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477000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7279D3F7-26A9-4F25-B6BD-9CE113F86D73}" type="slidenum">
              <a:rPr lang="en-US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>
            <a:cxnSpLocks noChangeShapeType="1"/>
          </p:cNvCxnSpPr>
          <p:nvPr userDrawn="1"/>
        </p:nvCxnSpPr>
        <p:spPr bwMode="auto">
          <a:xfrm>
            <a:off x="152400" y="914400"/>
            <a:ext cx="8839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1030" name="Picture 3" descr="CAG_logo.pdf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104775" y="6324600"/>
            <a:ext cx="2409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36" r:id="rId1"/>
    <p:sldLayoutId id="2147485122" r:id="rId2"/>
    <p:sldLayoutId id="2147485123" r:id="rId3"/>
    <p:sldLayoutId id="2147485124" r:id="rId4"/>
    <p:sldLayoutId id="2147485125" r:id="rId5"/>
    <p:sldLayoutId id="2147485126" r:id="rId6"/>
    <p:sldLayoutId id="2147485127" r:id="rId7"/>
    <p:sldLayoutId id="2147485128" r:id="rId8"/>
    <p:sldLayoutId id="2147485129" r:id="rId9"/>
    <p:sldLayoutId id="2147485130" r:id="rId10"/>
    <p:sldLayoutId id="2147485131" r:id="rId11"/>
    <p:sldLayoutId id="2147485132" r:id="rId12"/>
    <p:sldLayoutId id="2147485133" r:id="rId13"/>
    <p:sldLayoutId id="2147485134" r:id="rId14"/>
    <p:sldLayoutId id="2147485135" r:id="rId15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660033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66003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66003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66003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660033"/>
          </a:solidFill>
          <a:latin typeface="Arial" charset="0"/>
          <a:ea typeface="ＭＳ Ｐゴシック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663300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663300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663300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663300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sz="2800">
          <a:solidFill>
            <a:srgbClr val="663300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sz="2400">
          <a:solidFill>
            <a:srgbClr val="663300"/>
          </a:solidFill>
          <a:latin typeface="Arial" pitchFamily="34" charset="0"/>
          <a:ea typeface="Arial" charset="0"/>
          <a:cs typeface="Arial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sz="2000">
          <a:solidFill>
            <a:srgbClr val="663300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sz="2000">
          <a:solidFill>
            <a:srgbClr val="663300"/>
          </a:solidFill>
          <a:latin typeface="Arial" pitchFamily="34" charset="0"/>
          <a:ea typeface="Arial" charset="0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sz="2000">
          <a:solidFill>
            <a:srgbClr val="663300"/>
          </a:solidFill>
          <a:latin typeface="+mn-lt"/>
          <a:ea typeface="Arial" charset="0"/>
          <a:cs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sz="2000">
          <a:solidFill>
            <a:srgbClr val="663300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sz="2000">
          <a:solidFill>
            <a:srgbClr val="663300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sz="2000">
          <a:solidFill>
            <a:srgbClr val="663300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sz="2000">
          <a:solidFill>
            <a:srgbClr val="6633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3B462-3409-52A8-DBE2-BBDDF2990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2739DAD7-8F26-DF74-8398-6A43F6E5C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46" y="2095644"/>
            <a:ext cx="1673133" cy="164370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8416B-4A5F-9256-937E-70A8A68B4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2DCF-8D73-4744-8A1B-A09D1F63F0CA}" type="slidenum">
              <a:rPr lang="en-US" smtClean="0"/>
              <a:pPr/>
              <a:t>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CF91740-CD39-9FC8-5CD2-158D4E4B3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15329"/>
              </p:ext>
            </p:extLst>
          </p:nvPr>
        </p:nvGraphicFramePr>
        <p:xfrm>
          <a:off x="935968" y="2549833"/>
          <a:ext cx="1041400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40662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127626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476139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393662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562407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B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B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0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B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B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779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E4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B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B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055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B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B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B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86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B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B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E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B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823886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37882D-51AE-E1CA-DD56-C3D2561C469B}"/>
              </a:ext>
            </a:extLst>
          </p:cNvPr>
          <p:cNvCxnSpPr>
            <a:cxnSpLocks/>
          </p:cNvCxnSpPr>
          <p:nvPr/>
        </p:nvCxnSpPr>
        <p:spPr bwMode="auto">
          <a:xfrm flipV="1">
            <a:off x="1498570" y="2083605"/>
            <a:ext cx="970313" cy="944054"/>
          </a:xfrm>
          <a:prstGeom prst="straightConnector1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EE6D44-6523-66F9-FE4D-A6EE342C3783}"/>
                  </a:ext>
                </a:extLst>
              </p:cNvPr>
              <p:cNvSpPr txBox="1"/>
              <p:nvPr/>
            </p:nvSpPr>
            <p:spPr>
              <a:xfrm>
                <a:off x="697750" y="2772117"/>
                <a:ext cx="1263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600" b="1" dirty="0">
                  <a:solidFill>
                    <a:prstClr val="black"/>
                  </a:solidFill>
                  <a:latin typeface="Calibri" panose="020F0502020204030204"/>
                  <a:ea typeface="Cambria Math" panose="02040503050406030204" pitchFamily="18" charset="0"/>
                </a:endParaRPr>
              </a:p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800" b="1" dirty="0">
                  <a:solidFill>
                    <a:prstClr val="black"/>
                  </a:solidFill>
                  <a:latin typeface="Calibri" panose="020F0502020204030204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EE6D44-6523-66F9-FE4D-A6EE342C3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50" y="2772117"/>
                <a:ext cx="1263836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EA965B-72C8-142D-6B5B-701A47F74D39}"/>
                  </a:ext>
                </a:extLst>
              </p:cNvPr>
              <p:cNvSpPr txBox="1"/>
              <p:nvPr/>
            </p:nvSpPr>
            <p:spPr>
              <a:xfrm>
                <a:off x="818357" y="2993809"/>
                <a:ext cx="1263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(</m:t>
                      </m:r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" b="1" dirty="0">
                  <a:solidFill>
                    <a:prstClr val="black"/>
                  </a:solidFill>
                  <a:latin typeface="Calibri" panose="020F0502020204030204"/>
                  <a:ea typeface="Cambria Math" panose="02040503050406030204" pitchFamily="18" charset="0"/>
                </a:endParaRPr>
              </a:p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800" b="1" dirty="0">
                  <a:solidFill>
                    <a:prstClr val="black"/>
                  </a:solidFill>
                  <a:latin typeface="Calibri" panose="020F0502020204030204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EA965B-72C8-142D-6B5B-701A47F74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57" y="2993809"/>
                <a:ext cx="126383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98A35C1-183E-654C-9AC0-5917E9278867}"/>
                  </a:ext>
                </a:extLst>
              </p:cNvPr>
              <p:cNvSpPr txBox="1"/>
              <p:nvPr/>
            </p:nvSpPr>
            <p:spPr>
              <a:xfrm>
                <a:off x="855642" y="3183332"/>
                <a:ext cx="1263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,−</m:t>
                          </m:r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+mn-lt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,−</m:t>
                          </m:r>
                          <m:r>
                            <a:rPr lang="en-US" sz="600" b="1" i="1" smtClean="0">
                              <a:solidFill>
                                <a:prstClr val="black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+mn-lt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+mn-lt"/>
                          <a:ea typeface="Cambria Math" panose="02040503050406030204" pitchFamily="18" charset="0"/>
                        </a:rPr>
                        <m:t>,−</m:t>
                      </m:r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+mn-lt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+mn-lt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" b="1" dirty="0">
                  <a:solidFill>
                    <a:prstClr val="black"/>
                  </a:solidFill>
                  <a:latin typeface="+mn-lt"/>
                  <a:ea typeface="Cambria Math" panose="02040503050406030204" pitchFamily="18" charset="0"/>
                </a:endParaRPr>
              </a:p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800" b="1" dirty="0">
                  <a:solidFill>
                    <a:prstClr val="black"/>
                  </a:solidFill>
                  <a:latin typeface="Calibri" panose="020F0502020204030204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98A35C1-183E-654C-9AC0-5917E9278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42" y="3183332"/>
                <a:ext cx="126383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EA70A9-9744-039C-BFC3-2CCE3A664DAD}"/>
                  </a:ext>
                </a:extLst>
              </p:cNvPr>
              <p:cNvSpPr txBox="1"/>
              <p:nvPr/>
            </p:nvSpPr>
            <p:spPr>
              <a:xfrm>
                <a:off x="1154880" y="2555738"/>
                <a:ext cx="1045851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Hop 2- </a:t>
                </a:r>
                <a14:m>
                  <m:oMath xmlns:m="http://schemas.openxmlformats.org/officeDocument/2006/math">
                    <m:r>
                      <a:rPr lang="en-US" sz="900" b="1" i="1" smtClean="0">
                        <a:solidFill>
                          <a:schemeClr val="tx1"/>
                        </a:solidFill>
                        <a:latin typeface="+mn-lt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9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900" b="1" i="1" smtClean="0">
                        <a:solidFill>
                          <a:schemeClr val="tx1"/>
                        </a:solidFill>
                        <a:latin typeface="+mn-lt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9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900" b="1" i="1" smtClean="0">
                        <a:solidFill>
                          <a:schemeClr val="tx1"/>
                        </a:solidFill>
                        <a:latin typeface="+mn-lt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900" b="1" dirty="0">
                  <a:solidFill>
                    <a:schemeClr val="tx1"/>
                  </a:solidFill>
                  <a:latin typeface="+mn-lt"/>
                  <a:ea typeface="Cambria Math" panose="02040503050406030204" pitchFamily="18" charset="0"/>
                </a:endParaRPr>
              </a:p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800" b="1" dirty="0">
                  <a:solidFill>
                    <a:prstClr val="black"/>
                  </a:solidFill>
                  <a:latin typeface="Calibri" panose="020F0502020204030204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EA70A9-9744-039C-BFC3-2CCE3A664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880" y="2555738"/>
                <a:ext cx="1045851" cy="3539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4EA109-9DD7-CEB7-5ACE-3B40282A7B20}"/>
                  </a:ext>
                </a:extLst>
              </p:cNvPr>
              <p:cNvSpPr txBox="1"/>
              <p:nvPr/>
            </p:nvSpPr>
            <p:spPr>
              <a:xfrm>
                <a:off x="1034236" y="2760505"/>
                <a:ext cx="1263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+mn-lt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+mn-lt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600" b="1" i="1" smtClean="0">
                          <a:solidFill>
                            <a:prstClr val="black"/>
                          </a:solidFill>
                          <a:latin typeface="+mn-lt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" b="1" dirty="0">
                  <a:solidFill>
                    <a:prstClr val="black"/>
                  </a:solidFill>
                  <a:latin typeface="+mn-lt"/>
                  <a:ea typeface="Cambria Math" panose="02040503050406030204" pitchFamily="18" charset="0"/>
                </a:endParaRPr>
              </a:p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800" b="1" dirty="0">
                  <a:solidFill>
                    <a:prstClr val="black"/>
                  </a:solidFill>
                  <a:latin typeface="Calibri" panose="020F0502020204030204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4EA109-9DD7-CEB7-5ACE-3B40282A7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236" y="2760505"/>
                <a:ext cx="126383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992D6B1-9C95-E51F-826B-9EA8C8D6A2A8}"/>
              </a:ext>
            </a:extLst>
          </p:cNvPr>
          <p:cNvCxnSpPr>
            <a:cxnSpLocks/>
            <a:stCxn id="33" idx="7"/>
            <a:endCxn id="30" idx="3"/>
          </p:cNvCxnSpPr>
          <p:nvPr/>
        </p:nvCxnSpPr>
        <p:spPr bwMode="auto">
          <a:xfrm flipV="1">
            <a:off x="2735211" y="2664621"/>
            <a:ext cx="396885" cy="296667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1590309-2369-018E-4437-AEE736982C60}"/>
              </a:ext>
            </a:extLst>
          </p:cNvPr>
          <p:cNvCxnSpPr>
            <a:cxnSpLocks/>
            <a:stCxn id="33" idx="5"/>
            <a:endCxn id="32" idx="1"/>
          </p:cNvCxnSpPr>
          <p:nvPr/>
        </p:nvCxnSpPr>
        <p:spPr bwMode="auto">
          <a:xfrm>
            <a:off x="2735211" y="3117803"/>
            <a:ext cx="351266" cy="327317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6A9E4D-D234-991A-57DC-559996817C4C}"/>
              </a:ext>
            </a:extLst>
          </p:cNvPr>
          <p:cNvCxnSpPr>
            <a:cxnSpLocks/>
            <a:stCxn id="33" idx="6"/>
            <a:endCxn id="29" idx="2"/>
          </p:cNvCxnSpPr>
          <p:nvPr/>
        </p:nvCxnSpPr>
        <p:spPr bwMode="auto">
          <a:xfrm flipV="1">
            <a:off x="2764995" y="3038938"/>
            <a:ext cx="385755" cy="608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930EB3-615A-F891-DF3E-6871618CC72E}"/>
                  </a:ext>
                </a:extLst>
              </p:cNvPr>
              <p:cNvSpPr txBox="1"/>
              <p:nvPr/>
            </p:nvSpPr>
            <p:spPr>
              <a:xfrm>
                <a:off x="2599498" y="3067046"/>
                <a:ext cx="126383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𝒍𝒐𝒏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𝒂𝒕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)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930EB3-615A-F891-DF3E-6871618CC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498" y="3067046"/>
                <a:ext cx="1263836" cy="230832"/>
              </a:xfrm>
              <a:prstGeom prst="rect">
                <a:avLst/>
              </a:prstGeom>
              <a:blipFill>
                <a:blip r:embed="rId8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633CFF-4944-EDD6-1F46-037F83A7886C}"/>
                  </a:ext>
                </a:extLst>
              </p:cNvPr>
              <p:cNvSpPr txBox="1"/>
              <p:nvPr/>
            </p:nvSpPr>
            <p:spPr>
              <a:xfrm>
                <a:off x="2590638" y="2272701"/>
                <a:ext cx="126383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𝒍𝒐𝒏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𝒂𝒕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)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633CFF-4944-EDD6-1F46-037F83A78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638" y="2272701"/>
                <a:ext cx="1263836" cy="230832"/>
              </a:xfrm>
              <a:prstGeom prst="rect">
                <a:avLst/>
              </a:prstGeom>
              <a:blipFill>
                <a:blip r:embed="rId9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65B4BF2-1CBF-7CF1-23C4-2CF1B5CA6D29}"/>
              </a:ext>
            </a:extLst>
          </p:cNvPr>
          <p:cNvCxnSpPr>
            <a:cxnSpLocks/>
            <a:endCxn id="33" idx="2"/>
          </p:cNvCxnSpPr>
          <p:nvPr/>
        </p:nvCxnSpPr>
        <p:spPr bwMode="auto">
          <a:xfrm>
            <a:off x="1431044" y="3035421"/>
            <a:ext cx="1130576" cy="4125"/>
          </a:xfrm>
          <a:prstGeom prst="straightConnector1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886E94F-F636-927C-28F6-1074BFAF69E6}"/>
                  </a:ext>
                </a:extLst>
              </p:cNvPr>
              <p:cNvSpPr txBox="1"/>
              <p:nvPr/>
            </p:nvSpPr>
            <p:spPr>
              <a:xfrm>
                <a:off x="6827379" y="6044122"/>
                <a:ext cx="1570917" cy="520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𝒄𝒆𝒍𝒍</m:t>
                        </m:r>
                      </m:e>
                      <m:sub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 has 4 passable neighbors</a:t>
                </a: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(1-passible; 0-impassible) 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886E94F-F636-927C-28F6-1074BFAF6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379" y="6044122"/>
                <a:ext cx="1570917" cy="520463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EA8349-2068-1892-027C-6A149FA29017}"/>
              </a:ext>
            </a:extLst>
          </p:cNvPr>
          <p:cNvCxnSpPr>
            <a:cxnSpLocks/>
            <a:stCxn id="33" idx="4"/>
            <a:endCxn id="31" idx="0"/>
          </p:cNvCxnSpPr>
          <p:nvPr/>
        </p:nvCxnSpPr>
        <p:spPr bwMode="auto">
          <a:xfrm>
            <a:off x="2663308" y="3150218"/>
            <a:ext cx="6727" cy="211326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3A269C5-67EF-7D02-85E5-4554F0533422}"/>
                  </a:ext>
                </a:extLst>
              </p:cNvPr>
              <p:cNvSpPr txBox="1"/>
              <p:nvPr/>
            </p:nvSpPr>
            <p:spPr>
              <a:xfrm>
                <a:off x="2114390" y="3494821"/>
                <a:ext cx="126383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𝒍𝒐𝒏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𝒂𝒕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)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3A269C5-67EF-7D02-85E5-4554F0533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390" y="3494821"/>
                <a:ext cx="1263836" cy="230832"/>
              </a:xfrm>
              <a:prstGeom prst="rect">
                <a:avLst/>
              </a:prstGeom>
              <a:blipFill>
                <a:blip r:embed="rId11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63D54C22-0188-2E17-B7C1-2109C086722F}"/>
              </a:ext>
            </a:extLst>
          </p:cNvPr>
          <p:cNvSpPr/>
          <p:nvPr/>
        </p:nvSpPr>
        <p:spPr bwMode="auto">
          <a:xfrm>
            <a:off x="3150750" y="2938345"/>
            <a:ext cx="191467" cy="201186"/>
          </a:xfrm>
          <a:prstGeom prst="ellipse">
            <a:avLst/>
          </a:prstGeom>
          <a:solidFill>
            <a:srgbClr val="97B6E1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1EAE4E1-C8DE-BD8A-DFC1-2082AE6931BF}"/>
              </a:ext>
            </a:extLst>
          </p:cNvPr>
          <p:cNvSpPr/>
          <p:nvPr/>
        </p:nvSpPr>
        <p:spPr bwMode="auto">
          <a:xfrm>
            <a:off x="3102789" y="2475804"/>
            <a:ext cx="200119" cy="221213"/>
          </a:xfrm>
          <a:prstGeom prst="ellipse">
            <a:avLst/>
          </a:prstGeom>
          <a:solidFill>
            <a:srgbClr val="97B6E1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19E359-DA48-90A3-A9D2-B87E45D814B8}"/>
              </a:ext>
            </a:extLst>
          </p:cNvPr>
          <p:cNvSpPr/>
          <p:nvPr/>
        </p:nvSpPr>
        <p:spPr bwMode="auto">
          <a:xfrm>
            <a:off x="2575744" y="3361544"/>
            <a:ext cx="188581" cy="176292"/>
          </a:xfrm>
          <a:prstGeom prst="ellipse">
            <a:avLst/>
          </a:prstGeom>
          <a:solidFill>
            <a:srgbClr val="97B6E1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3BF70DA-5C23-8FE4-F7E2-E27F690BCED7}"/>
              </a:ext>
            </a:extLst>
          </p:cNvPr>
          <p:cNvSpPr/>
          <p:nvPr/>
        </p:nvSpPr>
        <p:spPr bwMode="auto">
          <a:xfrm>
            <a:off x="3062027" y="3418474"/>
            <a:ext cx="166957" cy="181948"/>
          </a:xfrm>
          <a:prstGeom prst="ellipse">
            <a:avLst/>
          </a:prstGeom>
          <a:solidFill>
            <a:srgbClr val="97B6E1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11B6CCF-0CF2-8E66-7D39-08E5E68BD888}"/>
              </a:ext>
            </a:extLst>
          </p:cNvPr>
          <p:cNvSpPr/>
          <p:nvPr/>
        </p:nvSpPr>
        <p:spPr bwMode="auto">
          <a:xfrm>
            <a:off x="2561620" y="2928873"/>
            <a:ext cx="203375" cy="221345"/>
          </a:xfrm>
          <a:prstGeom prst="ellipse">
            <a:avLst/>
          </a:prstGeom>
          <a:solidFill>
            <a:srgbClr val="85E492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7F4F8FA-2585-0382-3FCD-90D41C72C465}"/>
                  </a:ext>
                </a:extLst>
              </p:cNvPr>
              <p:cNvSpPr txBox="1"/>
              <p:nvPr/>
            </p:nvSpPr>
            <p:spPr>
              <a:xfrm>
                <a:off x="3582960" y="6408093"/>
                <a:ext cx="9999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𝑴𝒂𝒕𝒓𝒊𝒙</m:t>
                      </m:r>
                      <m:r>
                        <a:rPr lang="en-US" sz="9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9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𝑮𝒓𝒊𝒅</m:t>
                      </m:r>
                    </m:oMath>
                  </m:oMathPara>
                </a14:m>
                <a:endParaRPr lang="en-US" sz="900" b="1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7F4F8FA-2585-0382-3FCD-90D41C72C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960" y="6408093"/>
                <a:ext cx="999986" cy="2308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399AE2B-9483-F8A8-4F7B-E0320EDD4D07}"/>
                  </a:ext>
                </a:extLst>
              </p:cNvPr>
              <p:cNvSpPr txBox="1"/>
              <p:nvPr/>
            </p:nvSpPr>
            <p:spPr>
              <a:xfrm>
                <a:off x="5943600" y="379884"/>
                <a:ext cx="9999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𝑮𝒓𝒂𝒑𝒉</m:t>
                      </m:r>
                      <m:r>
                        <a:rPr lang="en-US" sz="9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9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𝑵𝒐𝒅𝒆𝒔</m:t>
                      </m:r>
                    </m:oMath>
                  </m:oMathPara>
                </a14:m>
                <a:endParaRPr lang="en-US" sz="900" b="1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399AE2B-9483-F8A8-4F7B-E0320EDD4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79884"/>
                <a:ext cx="999986" cy="230832"/>
              </a:xfrm>
              <a:prstGeom prst="rect">
                <a:avLst/>
              </a:prstGeom>
              <a:blipFill>
                <a:blip r:embed="rId1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Oval 61">
            <a:extLst>
              <a:ext uri="{FF2B5EF4-FFF2-40B4-BE49-F238E27FC236}">
                <a16:creationId xmlns:a16="http://schemas.microsoft.com/office/drawing/2014/main" id="{C0798976-1B1E-D52C-379C-B19B3397B2AA}"/>
              </a:ext>
            </a:extLst>
          </p:cNvPr>
          <p:cNvSpPr/>
          <p:nvPr/>
        </p:nvSpPr>
        <p:spPr bwMode="auto">
          <a:xfrm>
            <a:off x="3566854" y="2934247"/>
            <a:ext cx="198988" cy="209382"/>
          </a:xfrm>
          <a:prstGeom prst="ellipse">
            <a:avLst/>
          </a:prstGeom>
          <a:solidFill>
            <a:srgbClr val="85E492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D6A3076-0450-2990-1D1A-6EF542AE0A96}"/>
              </a:ext>
            </a:extLst>
          </p:cNvPr>
          <p:cNvCxnSpPr>
            <a:cxnSpLocks/>
            <a:stCxn id="62" idx="3"/>
            <a:endCxn id="31" idx="6"/>
          </p:cNvCxnSpPr>
          <p:nvPr/>
        </p:nvCxnSpPr>
        <p:spPr bwMode="auto">
          <a:xfrm flipH="1">
            <a:off x="2764325" y="3112966"/>
            <a:ext cx="831670" cy="336724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96DF959-977F-8C7D-49D8-9F33880ADB0D}"/>
              </a:ext>
            </a:extLst>
          </p:cNvPr>
          <p:cNvCxnSpPr>
            <a:cxnSpLocks/>
            <a:stCxn id="62" idx="4"/>
            <a:endCxn id="32" idx="6"/>
          </p:cNvCxnSpPr>
          <p:nvPr/>
        </p:nvCxnSpPr>
        <p:spPr bwMode="auto">
          <a:xfrm flipH="1">
            <a:off x="3228984" y="3143629"/>
            <a:ext cx="437364" cy="365819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1EAD73-5E97-71C6-F9DB-553A2A4BE355}"/>
                  </a:ext>
                </a:extLst>
              </p:cNvPr>
              <p:cNvSpPr txBox="1"/>
              <p:nvPr/>
            </p:nvSpPr>
            <p:spPr>
              <a:xfrm>
                <a:off x="2722293" y="3543016"/>
                <a:ext cx="126383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𝒍𝒐𝒏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𝒂𝒕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)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1EAD73-5E97-71C6-F9DB-553A2A4BE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293" y="3543016"/>
                <a:ext cx="1263836" cy="230832"/>
              </a:xfrm>
              <a:prstGeom prst="rect">
                <a:avLst/>
              </a:prstGeom>
              <a:blipFill>
                <a:blip r:embed="rId1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52BC839-CF85-2F2B-D4AE-B5B9264D176A}"/>
              </a:ext>
            </a:extLst>
          </p:cNvPr>
          <p:cNvCxnSpPr>
            <a:cxnSpLocks/>
            <a:stCxn id="62" idx="2"/>
            <a:endCxn id="29" idx="6"/>
          </p:cNvCxnSpPr>
          <p:nvPr/>
        </p:nvCxnSpPr>
        <p:spPr bwMode="auto">
          <a:xfrm flipH="1">
            <a:off x="3342217" y="3038938"/>
            <a:ext cx="224637" cy="0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A92F427-AB12-6EDA-77B9-AB1B792118E2}"/>
              </a:ext>
            </a:extLst>
          </p:cNvPr>
          <p:cNvCxnSpPr>
            <a:cxnSpLocks/>
            <a:stCxn id="62" idx="1"/>
            <a:endCxn id="30" idx="6"/>
          </p:cNvCxnSpPr>
          <p:nvPr/>
        </p:nvCxnSpPr>
        <p:spPr bwMode="auto">
          <a:xfrm flipH="1" flipV="1">
            <a:off x="3302908" y="2586411"/>
            <a:ext cx="293087" cy="378499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698ABDC-DC2A-0D74-02B8-A1F684A59483}"/>
              </a:ext>
            </a:extLst>
          </p:cNvPr>
          <p:cNvCxnSpPr>
            <a:cxnSpLocks/>
            <a:stCxn id="90" idx="7"/>
            <a:endCxn id="87" idx="3"/>
          </p:cNvCxnSpPr>
          <p:nvPr/>
        </p:nvCxnSpPr>
        <p:spPr bwMode="auto">
          <a:xfrm flipV="1">
            <a:off x="4380347" y="2676927"/>
            <a:ext cx="290821" cy="264987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0D3B32E-974B-C556-04A4-C5FDACB4079F}"/>
              </a:ext>
            </a:extLst>
          </p:cNvPr>
          <p:cNvCxnSpPr>
            <a:cxnSpLocks/>
            <a:stCxn id="90" idx="6"/>
            <a:endCxn id="86" idx="2"/>
          </p:cNvCxnSpPr>
          <p:nvPr/>
        </p:nvCxnSpPr>
        <p:spPr bwMode="auto">
          <a:xfrm flipV="1">
            <a:off x="4411196" y="3000391"/>
            <a:ext cx="216586" cy="15551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4FC5C01-6FD8-5C04-6B14-662C6832764D}"/>
                  </a:ext>
                </a:extLst>
              </p:cNvPr>
              <p:cNvSpPr txBox="1"/>
              <p:nvPr/>
            </p:nvSpPr>
            <p:spPr>
              <a:xfrm>
                <a:off x="4144066" y="3091559"/>
                <a:ext cx="126383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𝒍𝒐𝒏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𝒂𝒕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)</a:t>
                </a:r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4FC5C01-6FD8-5C04-6B14-662C68327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066" y="3091559"/>
                <a:ext cx="1263836" cy="230832"/>
              </a:xfrm>
              <a:prstGeom prst="rect">
                <a:avLst/>
              </a:prstGeom>
              <a:blipFill>
                <a:blip r:embed="rId15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A815753-F5A8-2EA5-74B1-409F1AD4A019}"/>
                  </a:ext>
                </a:extLst>
              </p:cNvPr>
              <p:cNvSpPr txBox="1"/>
              <p:nvPr/>
            </p:nvSpPr>
            <p:spPr>
              <a:xfrm>
                <a:off x="4114654" y="2262441"/>
                <a:ext cx="126383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𝒍𝒐𝒏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𝒂𝒕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)</a:t>
                </a:r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A815753-F5A8-2EA5-74B1-409F1AD4A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654" y="2262441"/>
                <a:ext cx="1263836" cy="230832"/>
              </a:xfrm>
              <a:prstGeom prst="rect">
                <a:avLst/>
              </a:prstGeom>
              <a:blipFill>
                <a:blip r:embed="rId16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Oval 85">
            <a:extLst>
              <a:ext uri="{FF2B5EF4-FFF2-40B4-BE49-F238E27FC236}">
                <a16:creationId xmlns:a16="http://schemas.microsoft.com/office/drawing/2014/main" id="{0015FDEE-EA74-0722-A9A9-BE1818BB72C6}"/>
              </a:ext>
            </a:extLst>
          </p:cNvPr>
          <p:cNvSpPr/>
          <p:nvPr/>
        </p:nvSpPr>
        <p:spPr bwMode="auto">
          <a:xfrm>
            <a:off x="4627782" y="2889785"/>
            <a:ext cx="210650" cy="221211"/>
          </a:xfrm>
          <a:prstGeom prst="ellipse">
            <a:avLst/>
          </a:prstGeom>
          <a:solidFill>
            <a:srgbClr val="97B6E1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CE2CE6F-6C8E-7301-C608-0E0A46EB291B}"/>
              </a:ext>
            </a:extLst>
          </p:cNvPr>
          <p:cNvSpPr/>
          <p:nvPr/>
        </p:nvSpPr>
        <p:spPr bwMode="auto">
          <a:xfrm>
            <a:off x="4641861" y="2488111"/>
            <a:ext cx="200119" cy="221212"/>
          </a:xfrm>
          <a:prstGeom prst="ellipse">
            <a:avLst/>
          </a:prstGeom>
          <a:solidFill>
            <a:srgbClr val="97B6E1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8E5A24C-88C8-2371-5AF0-3549E4395D7E}"/>
              </a:ext>
            </a:extLst>
          </p:cNvPr>
          <p:cNvSpPr/>
          <p:nvPr/>
        </p:nvSpPr>
        <p:spPr bwMode="auto">
          <a:xfrm>
            <a:off x="4200546" y="2911251"/>
            <a:ext cx="210650" cy="209382"/>
          </a:xfrm>
          <a:prstGeom prst="ellipse">
            <a:avLst/>
          </a:prstGeom>
          <a:solidFill>
            <a:srgbClr val="85E492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00A5C0BA-1DFD-167C-F985-554D572AE687}"/>
              </a:ext>
            </a:extLst>
          </p:cNvPr>
          <p:cNvSpPr/>
          <p:nvPr/>
        </p:nvSpPr>
        <p:spPr bwMode="auto">
          <a:xfrm>
            <a:off x="5118130" y="2883822"/>
            <a:ext cx="203634" cy="221211"/>
          </a:xfrm>
          <a:prstGeom prst="ellipse">
            <a:avLst/>
          </a:prstGeom>
          <a:solidFill>
            <a:srgbClr val="85E492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D513DD4-4D86-0374-2F99-46864336F178}"/>
              </a:ext>
            </a:extLst>
          </p:cNvPr>
          <p:cNvCxnSpPr>
            <a:cxnSpLocks/>
            <a:stCxn id="91" idx="2"/>
            <a:endCxn id="86" idx="6"/>
          </p:cNvCxnSpPr>
          <p:nvPr/>
        </p:nvCxnSpPr>
        <p:spPr bwMode="auto">
          <a:xfrm flipH="1">
            <a:off x="4838432" y="2994428"/>
            <a:ext cx="279698" cy="5963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5C384B6-7937-4F8E-4EED-C67BA3A5C6F7}"/>
              </a:ext>
            </a:extLst>
          </p:cNvPr>
          <p:cNvCxnSpPr>
            <a:cxnSpLocks/>
            <a:stCxn id="91" idx="1"/>
            <a:endCxn id="87" idx="6"/>
          </p:cNvCxnSpPr>
          <p:nvPr/>
        </p:nvCxnSpPr>
        <p:spPr bwMode="auto">
          <a:xfrm flipH="1" flipV="1">
            <a:off x="4841980" y="2598717"/>
            <a:ext cx="305972" cy="317501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FC4858-B333-C15C-1C1D-9912DB43A102}"/>
              </a:ext>
            </a:extLst>
          </p:cNvPr>
          <p:cNvCxnSpPr>
            <a:cxnSpLocks/>
            <a:stCxn id="103" idx="7"/>
            <a:endCxn id="102" idx="3"/>
          </p:cNvCxnSpPr>
          <p:nvPr/>
        </p:nvCxnSpPr>
        <p:spPr bwMode="auto">
          <a:xfrm flipV="1">
            <a:off x="5907154" y="2566632"/>
            <a:ext cx="278268" cy="349398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B3EC076-8EB4-8208-73F3-75EB92AF71B6}"/>
              </a:ext>
            </a:extLst>
          </p:cNvPr>
          <p:cNvCxnSpPr>
            <a:cxnSpLocks/>
            <a:stCxn id="103" idx="5"/>
            <a:endCxn id="101" idx="2"/>
          </p:cNvCxnSpPr>
          <p:nvPr/>
        </p:nvCxnSpPr>
        <p:spPr bwMode="auto">
          <a:xfrm>
            <a:off x="5907154" y="3077546"/>
            <a:ext cx="234583" cy="237282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035463C-45B5-004D-8887-4065B12BEE2C}"/>
                  </a:ext>
                </a:extLst>
              </p:cNvPr>
              <p:cNvSpPr txBox="1"/>
              <p:nvPr/>
            </p:nvSpPr>
            <p:spPr>
              <a:xfrm>
                <a:off x="5412517" y="3893207"/>
                <a:ext cx="1263836" cy="23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𝒍𝒐𝒏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𝒂𝒕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9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)</a:t>
                </a:r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035463C-45B5-004D-8887-4065B12BE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517" y="3893207"/>
                <a:ext cx="1263836" cy="236860"/>
              </a:xfrm>
              <a:prstGeom prst="rect">
                <a:avLst/>
              </a:prstGeom>
              <a:blipFill>
                <a:blip r:embed="rId1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Oval 100">
            <a:extLst>
              <a:ext uri="{FF2B5EF4-FFF2-40B4-BE49-F238E27FC236}">
                <a16:creationId xmlns:a16="http://schemas.microsoft.com/office/drawing/2014/main" id="{14888622-E49C-52AB-115B-35CE2F79724D}"/>
              </a:ext>
            </a:extLst>
          </p:cNvPr>
          <p:cNvSpPr/>
          <p:nvPr/>
        </p:nvSpPr>
        <p:spPr bwMode="auto">
          <a:xfrm>
            <a:off x="6141737" y="3212807"/>
            <a:ext cx="214358" cy="204042"/>
          </a:xfrm>
          <a:prstGeom prst="ellipse">
            <a:avLst/>
          </a:prstGeom>
          <a:solidFill>
            <a:srgbClr val="97B6E1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5D64A4D-C8E7-CB6A-73FC-656EA29D2F89}"/>
              </a:ext>
            </a:extLst>
          </p:cNvPr>
          <p:cNvSpPr/>
          <p:nvPr/>
        </p:nvSpPr>
        <p:spPr bwMode="auto">
          <a:xfrm>
            <a:off x="6156115" y="2394651"/>
            <a:ext cx="200118" cy="201488"/>
          </a:xfrm>
          <a:prstGeom prst="ellipse">
            <a:avLst/>
          </a:prstGeom>
          <a:solidFill>
            <a:srgbClr val="97B6E1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ACA39F53-0D1B-8309-F50B-3A911FF95CC1}"/>
              </a:ext>
            </a:extLst>
          </p:cNvPr>
          <p:cNvSpPr/>
          <p:nvPr/>
        </p:nvSpPr>
        <p:spPr bwMode="auto">
          <a:xfrm>
            <a:off x="5721357" y="2882579"/>
            <a:ext cx="217675" cy="228418"/>
          </a:xfrm>
          <a:prstGeom prst="ellipse">
            <a:avLst/>
          </a:prstGeom>
          <a:solidFill>
            <a:srgbClr val="85E492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B9FD367-3A75-F993-15E0-F146D4E4C25C}"/>
              </a:ext>
            </a:extLst>
          </p:cNvPr>
          <p:cNvSpPr/>
          <p:nvPr/>
        </p:nvSpPr>
        <p:spPr bwMode="auto">
          <a:xfrm>
            <a:off x="6685635" y="2918473"/>
            <a:ext cx="240308" cy="222694"/>
          </a:xfrm>
          <a:prstGeom prst="ellipse">
            <a:avLst/>
          </a:prstGeom>
          <a:solidFill>
            <a:srgbClr val="85E492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482CEFC-3BEA-2EC7-F81D-A4AEB556ADF5}"/>
              </a:ext>
            </a:extLst>
          </p:cNvPr>
          <p:cNvCxnSpPr>
            <a:cxnSpLocks/>
            <a:stCxn id="104" idx="4"/>
            <a:endCxn id="101" idx="6"/>
          </p:cNvCxnSpPr>
          <p:nvPr/>
        </p:nvCxnSpPr>
        <p:spPr bwMode="auto">
          <a:xfrm flipH="1">
            <a:off x="6356095" y="3141167"/>
            <a:ext cx="449694" cy="173661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C1147A0-7C65-47CF-86D3-F84AE320D870}"/>
              </a:ext>
            </a:extLst>
          </p:cNvPr>
          <p:cNvCxnSpPr>
            <a:cxnSpLocks/>
            <a:stCxn id="104" idx="1"/>
            <a:endCxn id="102" idx="6"/>
          </p:cNvCxnSpPr>
          <p:nvPr/>
        </p:nvCxnSpPr>
        <p:spPr bwMode="auto">
          <a:xfrm flipH="1" flipV="1">
            <a:off x="6356233" y="2495395"/>
            <a:ext cx="364594" cy="455691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8AB002F0-B085-466D-8193-9AD0433B5CE3}"/>
              </a:ext>
            </a:extLst>
          </p:cNvPr>
          <p:cNvSpPr txBox="1"/>
          <p:nvPr/>
        </p:nvSpPr>
        <p:spPr>
          <a:xfrm>
            <a:off x="6042778" y="2385245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0BCEB178-B3C7-457C-761D-4A5BB39DB108}"/>
              </a:ext>
            </a:extLst>
          </p:cNvPr>
          <p:cNvSpPr/>
          <p:nvPr/>
        </p:nvSpPr>
        <p:spPr bwMode="auto">
          <a:xfrm>
            <a:off x="6203820" y="2624180"/>
            <a:ext cx="200118" cy="198643"/>
          </a:xfrm>
          <a:prstGeom prst="ellipse">
            <a:avLst/>
          </a:prstGeom>
          <a:solidFill>
            <a:srgbClr val="97B6E1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B9EF7E4A-553E-670C-4752-09EB87F15BB5}"/>
              </a:ext>
            </a:extLst>
          </p:cNvPr>
          <p:cNvSpPr/>
          <p:nvPr/>
        </p:nvSpPr>
        <p:spPr bwMode="auto">
          <a:xfrm>
            <a:off x="6244991" y="2872999"/>
            <a:ext cx="194991" cy="195424"/>
          </a:xfrm>
          <a:prstGeom prst="ellipse">
            <a:avLst/>
          </a:prstGeom>
          <a:solidFill>
            <a:srgbClr val="97B6E1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223A3028-C10A-3784-C7FA-60180E06C47B}"/>
              </a:ext>
            </a:extLst>
          </p:cNvPr>
          <p:cNvSpPr/>
          <p:nvPr/>
        </p:nvSpPr>
        <p:spPr bwMode="auto">
          <a:xfrm>
            <a:off x="6112175" y="3471394"/>
            <a:ext cx="191704" cy="204043"/>
          </a:xfrm>
          <a:prstGeom prst="ellipse">
            <a:avLst/>
          </a:prstGeom>
          <a:solidFill>
            <a:srgbClr val="97B6E1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328ED241-2F06-FF3C-4539-504C7C97C59A}"/>
              </a:ext>
            </a:extLst>
          </p:cNvPr>
          <p:cNvSpPr/>
          <p:nvPr/>
        </p:nvSpPr>
        <p:spPr bwMode="auto">
          <a:xfrm>
            <a:off x="5982320" y="3703938"/>
            <a:ext cx="212744" cy="204043"/>
          </a:xfrm>
          <a:prstGeom prst="ellipse">
            <a:avLst/>
          </a:prstGeom>
          <a:solidFill>
            <a:srgbClr val="97B6E1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8288504-B20E-2B35-702E-4E86D3771989}"/>
              </a:ext>
            </a:extLst>
          </p:cNvPr>
          <p:cNvCxnSpPr>
            <a:cxnSpLocks/>
            <a:stCxn id="103" idx="7"/>
            <a:endCxn id="129" idx="2"/>
          </p:cNvCxnSpPr>
          <p:nvPr/>
        </p:nvCxnSpPr>
        <p:spPr bwMode="auto">
          <a:xfrm flipV="1">
            <a:off x="5907154" y="2723502"/>
            <a:ext cx="296666" cy="192528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4BB3259-0BAE-E7FB-7ED9-7EA6E1974E7B}"/>
              </a:ext>
            </a:extLst>
          </p:cNvPr>
          <p:cNvCxnSpPr>
            <a:cxnSpLocks/>
            <a:stCxn id="103" idx="7"/>
            <a:endCxn id="132" idx="2"/>
          </p:cNvCxnSpPr>
          <p:nvPr/>
        </p:nvCxnSpPr>
        <p:spPr bwMode="auto">
          <a:xfrm>
            <a:off x="5907154" y="2916030"/>
            <a:ext cx="337837" cy="54681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D69D15E7-1A3D-E1A1-4026-5B081B500798}"/>
              </a:ext>
            </a:extLst>
          </p:cNvPr>
          <p:cNvCxnSpPr>
            <a:cxnSpLocks/>
            <a:stCxn id="103" idx="5"/>
            <a:endCxn id="134" idx="1"/>
          </p:cNvCxnSpPr>
          <p:nvPr/>
        </p:nvCxnSpPr>
        <p:spPr bwMode="auto">
          <a:xfrm>
            <a:off x="5907154" y="3077546"/>
            <a:ext cx="233095" cy="423729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668DB727-FFA4-BB8F-D239-3515DF7FDD45}"/>
              </a:ext>
            </a:extLst>
          </p:cNvPr>
          <p:cNvCxnSpPr>
            <a:cxnSpLocks/>
            <a:stCxn id="103" idx="5"/>
            <a:endCxn id="135" idx="1"/>
          </p:cNvCxnSpPr>
          <p:nvPr/>
        </p:nvCxnSpPr>
        <p:spPr bwMode="auto">
          <a:xfrm>
            <a:off x="5907154" y="3077546"/>
            <a:ext cx="106322" cy="656273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E29C1070-E6E2-B716-F205-3B9FF1C1596F}"/>
              </a:ext>
            </a:extLst>
          </p:cNvPr>
          <p:cNvCxnSpPr>
            <a:cxnSpLocks/>
            <a:stCxn id="104" idx="1"/>
            <a:endCxn id="129" idx="6"/>
          </p:cNvCxnSpPr>
          <p:nvPr/>
        </p:nvCxnSpPr>
        <p:spPr bwMode="auto">
          <a:xfrm flipH="1" flipV="1">
            <a:off x="6403938" y="2723502"/>
            <a:ext cx="316889" cy="227584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91BE688-B89F-CD56-A3A7-DAAA54812430}"/>
              </a:ext>
            </a:extLst>
          </p:cNvPr>
          <p:cNvCxnSpPr>
            <a:cxnSpLocks/>
            <a:stCxn id="104" idx="1"/>
            <a:endCxn id="132" idx="6"/>
          </p:cNvCxnSpPr>
          <p:nvPr/>
        </p:nvCxnSpPr>
        <p:spPr bwMode="auto">
          <a:xfrm flipH="1">
            <a:off x="6439982" y="2951086"/>
            <a:ext cx="280845" cy="19625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E7020CB6-DF6D-A025-2F73-ECEA4F8C00DB}"/>
              </a:ext>
            </a:extLst>
          </p:cNvPr>
          <p:cNvCxnSpPr>
            <a:cxnSpLocks/>
            <a:stCxn id="134" idx="7"/>
            <a:endCxn id="104" idx="4"/>
          </p:cNvCxnSpPr>
          <p:nvPr/>
        </p:nvCxnSpPr>
        <p:spPr bwMode="auto">
          <a:xfrm flipV="1">
            <a:off x="6275805" y="3141167"/>
            <a:ext cx="529984" cy="360108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DEB5A8E-A687-CD12-9D07-F3672F6A4BD7}"/>
              </a:ext>
            </a:extLst>
          </p:cNvPr>
          <p:cNvCxnSpPr>
            <a:cxnSpLocks/>
            <a:stCxn id="135" idx="6"/>
            <a:endCxn id="104" idx="4"/>
          </p:cNvCxnSpPr>
          <p:nvPr/>
        </p:nvCxnSpPr>
        <p:spPr bwMode="auto">
          <a:xfrm flipV="1">
            <a:off x="6195064" y="3141167"/>
            <a:ext cx="610725" cy="664793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0" name="TextBox 279">
            <a:extLst>
              <a:ext uri="{FF2B5EF4-FFF2-40B4-BE49-F238E27FC236}">
                <a16:creationId xmlns:a16="http://schemas.microsoft.com/office/drawing/2014/main" id="{0FD88FA5-D64E-6794-2075-A8526025C768}"/>
              </a:ext>
            </a:extLst>
          </p:cNvPr>
          <p:cNvSpPr txBox="1"/>
          <p:nvPr/>
        </p:nvSpPr>
        <p:spPr>
          <a:xfrm>
            <a:off x="6036843" y="3198074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56754706-A5F3-F874-0333-81DBB9BAA8E1}"/>
              </a:ext>
            </a:extLst>
          </p:cNvPr>
          <p:cNvSpPr txBox="1"/>
          <p:nvPr/>
        </p:nvSpPr>
        <p:spPr>
          <a:xfrm>
            <a:off x="6096356" y="2607962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F9A0EF39-DF24-409F-BA55-3E9748C6E271}"/>
              </a:ext>
            </a:extLst>
          </p:cNvPr>
          <p:cNvSpPr txBox="1"/>
          <p:nvPr/>
        </p:nvSpPr>
        <p:spPr>
          <a:xfrm>
            <a:off x="5985064" y="3464658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85E53900-DE43-E3B4-96EC-AEC5BF261272}"/>
              </a:ext>
            </a:extLst>
          </p:cNvPr>
          <p:cNvSpPr txBox="1"/>
          <p:nvPr/>
        </p:nvSpPr>
        <p:spPr>
          <a:xfrm>
            <a:off x="6138102" y="2861121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A9175D15-9868-C7A2-5133-6D7BFA3CB1F8}"/>
              </a:ext>
            </a:extLst>
          </p:cNvPr>
          <p:cNvSpPr txBox="1"/>
          <p:nvPr/>
        </p:nvSpPr>
        <p:spPr>
          <a:xfrm>
            <a:off x="5879255" y="3675311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5FBF1EE9-8714-EE7B-B76A-9B9BB7580E18}"/>
              </a:ext>
            </a:extLst>
          </p:cNvPr>
          <p:cNvSpPr txBox="1"/>
          <p:nvPr/>
        </p:nvSpPr>
        <p:spPr>
          <a:xfrm>
            <a:off x="2451102" y="2921111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S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5A11DE56-D1D0-DA7B-C7C1-AEECC0B895AC}"/>
              </a:ext>
            </a:extLst>
          </p:cNvPr>
          <p:cNvSpPr txBox="1"/>
          <p:nvPr/>
        </p:nvSpPr>
        <p:spPr>
          <a:xfrm>
            <a:off x="4093228" y="2892750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S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C74FC02B-C0FF-50CD-1108-1BBF08934FB8}"/>
              </a:ext>
            </a:extLst>
          </p:cNvPr>
          <p:cNvSpPr txBox="1"/>
          <p:nvPr/>
        </p:nvSpPr>
        <p:spPr>
          <a:xfrm>
            <a:off x="3451503" y="2927533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F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C72886F1-EC94-D4CE-CA09-2C4AF119D022}"/>
              </a:ext>
            </a:extLst>
          </p:cNvPr>
          <p:cNvSpPr txBox="1"/>
          <p:nvPr/>
        </p:nvSpPr>
        <p:spPr>
          <a:xfrm>
            <a:off x="5612286" y="2872608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S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5DFF640F-9F21-F7B3-53B2-21FD2816BD62}"/>
              </a:ext>
            </a:extLst>
          </p:cNvPr>
          <p:cNvSpPr txBox="1"/>
          <p:nvPr/>
        </p:nvSpPr>
        <p:spPr>
          <a:xfrm>
            <a:off x="5001878" y="2872275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F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AA5BC5F9-158E-C422-EA5B-3AA9DBA527B5}"/>
              </a:ext>
            </a:extLst>
          </p:cNvPr>
          <p:cNvSpPr txBox="1"/>
          <p:nvPr/>
        </p:nvSpPr>
        <p:spPr>
          <a:xfrm>
            <a:off x="6611791" y="2910482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F</a:t>
            </a:r>
          </a:p>
        </p:txBody>
      </p: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6D306EAC-6082-51E2-F5E3-A623CD71CB11}"/>
              </a:ext>
            </a:extLst>
          </p:cNvPr>
          <p:cNvCxnSpPr>
            <a:cxnSpLocks/>
            <a:stCxn id="377" idx="7"/>
            <a:endCxn id="376" idx="3"/>
          </p:cNvCxnSpPr>
          <p:nvPr/>
        </p:nvCxnSpPr>
        <p:spPr bwMode="auto">
          <a:xfrm flipV="1">
            <a:off x="7474752" y="2547094"/>
            <a:ext cx="278268" cy="349398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3C06BC2A-11CD-A740-B5F7-F91EBD43A8F2}"/>
              </a:ext>
            </a:extLst>
          </p:cNvPr>
          <p:cNvCxnSpPr>
            <a:cxnSpLocks/>
            <a:stCxn id="377" idx="5"/>
            <a:endCxn id="375" idx="2"/>
          </p:cNvCxnSpPr>
          <p:nvPr/>
        </p:nvCxnSpPr>
        <p:spPr bwMode="auto">
          <a:xfrm>
            <a:off x="7474752" y="3058008"/>
            <a:ext cx="234583" cy="237282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5" name="Oval 374">
            <a:extLst>
              <a:ext uri="{FF2B5EF4-FFF2-40B4-BE49-F238E27FC236}">
                <a16:creationId xmlns:a16="http://schemas.microsoft.com/office/drawing/2014/main" id="{421F8A34-C45C-3D4A-4660-18A20CDB413F}"/>
              </a:ext>
            </a:extLst>
          </p:cNvPr>
          <p:cNvSpPr/>
          <p:nvPr/>
        </p:nvSpPr>
        <p:spPr bwMode="auto">
          <a:xfrm>
            <a:off x="7709335" y="3193269"/>
            <a:ext cx="214358" cy="204042"/>
          </a:xfrm>
          <a:prstGeom prst="ellipse">
            <a:avLst/>
          </a:prstGeom>
          <a:solidFill>
            <a:srgbClr val="97B6E1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C8323645-2AD4-C8FD-69C6-63F2B14AD180}"/>
              </a:ext>
            </a:extLst>
          </p:cNvPr>
          <p:cNvSpPr/>
          <p:nvPr/>
        </p:nvSpPr>
        <p:spPr bwMode="auto">
          <a:xfrm>
            <a:off x="7723713" y="2375113"/>
            <a:ext cx="200118" cy="201488"/>
          </a:xfrm>
          <a:prstGeom prst="ellipse">
            <a:avLst/>
          </a:prstGeom>
          <a:solidFill>
            <a:srgbClr val="97B6E1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0C239841-7E8C-0AF0-0AA7-46A774207755}"/>
              </a:ext>
            </a:extLst>
          </p:cNvPr>
          <p:cNvSpPr/>
          <p:nvPr/>
        </p:nvSpPr>
        <p:spPr bwMode="auto">
          <a:xfrm>
            <a:off x="7288955" y="2863041"/>
            <a:ext cx="217675" cy="228418"/>
          </a:xfrm>
          <a:prstGeom prst="ellipse">
            <a:avLst/>
          </a:prstGeom>
          <a:solidFill>
            <a:srgbClr val="85E492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16B976FA-E3A1-7DBA-FDC0-67733B5A7204}"/>
              </a:ext>
            </a:extLst>
          </p:cNvPr>
          <p:cNvSpPr/>
          <p:nvPr/>
        </p:nvSpPr>
        <p:spPr bwMode="auto">
          <a:xfrm>
            <a:off x="8253233" y="2898935"/>
            <a:ext cx="240308" cy="222694"/>
          </a:xfrm>
          <a:prstGeom prst="ellipse">
            <a:avLst/>
          </a:prstGeom>
          <a:solidFill>
            <a:srgbClr val="85E492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098226EC-72DA-8CB2-0BFC-47D5AA4C649A}"/>
              </a:ext>
            </a:extLst>
          </p:cNvPr>
          <p:cNvCxnSpPr>
            <a:cxnSpLocks/>
            <a:stCxn id="378" idx="4"/>
            <a:endCxn id="375" idx="6"/>
          </p:cNvCxnSpPr>
          <p:nvPr/>
        </p:nvCxnSpPr>
        <p:spPr bwMode="auto">
          <a:xfrm flipH="1">
            <a:off x="7923693" y="3121629"/>
            <a:ext cx="449694" cy="173661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AE547D12-B79A-F435-AF18-60A0578233E7}"/>
              </a:ext>
            </a:extLst>
          </p:cNvPr>
          <p:cNvCxnSpPr>
            <a:cxnSpLocks/>
            <a:stCxn id="378" idx="1"/>
            <a:endCxn id="376" idx="6"/>
          </p:cNvCxnSpPr>
          <p:nvPr/>
        </p:nvCxnSpPr>
        <p:spPr bwMode="auto">
          <a:xfrm flipH="1" flipV="1">
            <a:off x="7923831" y="2475857"/>
            <a:ext cx="364594" cy="455691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1" name="TextBox 380">
            <a:extLst>
              <a:ext uri="{FF2B5EF4-FFF2-40B4-BE49-F238E27FC236}">
                <a16:creationId xmlns:a16="http://schemas.microsoft.com/office/drawing/2014/main" id="{039DFF41-5641-7302-68C7-08E0DCABA87D}"/>
              </a:ext>
            </a:extLst>
          </p:cNvPr>
          <p:cNvSpPr txBox="1"/>
          <p:nvPr/>
        </p:nvSpPr>
        <p:spPr>
          <a:xfrm>
            <a:off x="7610376" y="2365707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C9AA42F1-E65C-3B4B-BAFD-A62C8946D6BD}"/>
              </a:ext>
            </a:extLst>
          </p:cNvPr>
          <p:cNvSpPr/>
          <p:nvPr/>
        </p:nvSpPr>
        <p:spPr bwMode="auto">
          <a:xfrm>
            <a:off x="7679773" y="3451856"/>
            <a:ext cx="191704" cy="204043"/>
          </a:xfrm>
          <a:prstGeom prst="ellipse">
            <a:avLst/>
          </a:prstGeom>
          <a:solidFill>
            <a:srgbClr val="97B6E1"/>
          </a:solidFill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0E0830F2-F4D6-4534-D8D7-4A701ED37849}"/>
              </a:ext>
            </a:extLst>
          </p:cNvPr>
          <p:cNvCxnSpPr>
            <a:cxnSpLocks/>
            <a:stCxn id="377" idx="5"/>
            <a:endCxn id="384" idx="1"/>
          </p:cNvCxnSpPr>
          <p:nvPr/>
        </p:nvCxnSpPr>
        <p:spPr bwMode="auto">
          <a:xfrm>
            <a:off x="7474752" y="3058008"/>
            <a:ext cx="233095" cy="423729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2" name="Straight Connector 391">
            <a:extLst>
              <a:ext uri="{FF2B5EF4-FFF2-40B4-BE49-F238E27FC236}">
                <a16:creationId xmlns:a16="http://schemas.microsoft.com/office/drawing/2014/main" id="{3044E6C9-D9E7-6829-5EA1-FA1C77D082FC}"/>
              </a:ext>
            </a:extLst>
          </p:cNvPr>
          <p:cNvCxnSpPr>
            <a:cxnSpLocks/>
            <a:stCxn id="384" idx="7"/>
            <a:endCxn id="378" idx="4"/>
          </p:cNvCxnSpPr>
          <p:nvPr/>
        </p:nvCxnSpPr>
        <p:spPr bwMode="auto">
          <a:xfrm flipV="1">
            <a:off x="7843403" y="3121629"/>
            <a:ext cx="529984" cy="360108"/>
          </a:xfrm>
          <a:prstGeom prst="line">
            <a:avLst/>
          </a:prstGeom>
          <a:solidFill>
            <a:srgbClr val="0066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BB4E137D-ED2F-1D98-2703-E0C0304467E5}"/>
              </a:ext>
            </a:extLst>
          </p:cNvPr>
          <p:cNvSpPr txBox="1"/>
          <p:nvPr/>
        </p:nvSpPr>
        <p:spPr>
          <a:xfrm>
            <a:off x="7604441" y="3178536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BB117908-9F0F-B3C4-9BAB-5CEFD10CF82B}"/>
              </a:ext>
            </a:extLst>
          </p:cNvPr>
          <p:cNvSpPr txBox="1"/>
          <p:nvPr/>
        </p:nvSpPr>
        <p:spPr>
          <a:xfrm>
            <a:off x="7552662" y="3445120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CFDC7D1-F26E-DA58-F540-933ED3331251}"/>
              </a:ext>
            </a:extLst>
          </p:cNvPr>
          <p:cNvSpPr txBox="1"/>
          <p:nvPr/>
        </p:nvSpPr>
        <p:spPr>
          <a:xfrm>
            <a:off x="7179884" y="2853070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S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84948B82-90FC-9C05-AD2C-AD984070C2CE}"/>
              </a:ext>
            </a:extLst>
          </p:cNvPr>
          <p:cNvSpPr txBox="1"/>
          <p:nvPr/>
        </p:nvSpPr>
        <p:spPr>
          <a:xfrm>
            <a:off x="8179389" y="2890944"/>
            <a:ext cx="418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prstClr val="black"/>
                </a:solidFill>
                <a:latin typeface="Calibri" panose="020F0502020204030204"/>
              </a:rPr>
              <a:t>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C8E7C9BD-1B76-85D5-2A9F-1FBEDE10DCF4}"/>
                  </a:ext>
                </a:extLst>
              </p:cNvPr>
              <p:cNvSpPr txBox="1"/>
              <p:nvPr/>
            </p:nvSpPr>
            <p:spPr>
              <a:xfrm>
                <a:off x="5620297" y="2190455"/>
                <a:ext cx="1263836" cy="23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𝒍𝒐𝒏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𝒂𝒕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9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)</a:t>
                </a:r>
              </a:p>
            </p:txBody>
          </p:sp>
        </mc:Choice>
        <mc:Fallback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C8E7C9BD-1B76-85D5-2A9F-1FBEDE10D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297" y="2190455"/>
                <a:ext cx="1263836" cy="236860"/>
              </a:xfrm>
              <a:prstGeom prst="rect">
                <a:avLst/>
              </a:prstGeom>
              <a:blipFill>
                <a:blip r:embed="rId18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536ED465-4044-1EFB-48A8-9F4B4A8E2F39}"/>
                  </a:ext>
                </a:extLst>
              </p:cNvPr>
              <p:cNvSpPr txBox="1"/>
              <p:nvPr/>
            </p:nvSpPr>
            <p:spPr>
              <a:xfrm>
                <a:off x="7193894" y="2166200"/>
                <a:ext cx="1263836" cy="23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𝒍𝒐𝒏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𝒂𝒕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9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)</a:t>
                </a:r>
              </a:p>
            </p:txBody>
          </p:sp>
        </mc:Choice>
        <mc:Fallback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536ED465-4044-1EFB-48A8-9F4B4A8E2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894" y="2166200"/>
                <a:ext cx="1263836" cy="236860"/>
              </a:xfrm>
              <a:prstGeom prst="rect">
                <a:avLst/>
              </a:prstGeom>
              <a:blipFill>
                <a:blip r:embed="rId19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FD1D8966-404F-B889-61A3-AFE4060B85E0}"/>
                  </a:ext>
                </a:extLst>
              </p:cNvPr>
              <p:cNvSpPr txBox="1"/>
              <p:nvPr/>
            </p:nvSpPr>
            <p:spPr>
              <a:xfrm>
                <a:off x="7165122" y="3612287"/>
                <a:ext cx="1263836" cy="23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𝒍𝒐𝒏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𝒂𝒕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9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9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900" b="1" dirty="0">
                    <a:solidFill>
                      <a:prstClr val="black"/>
                    </a:solidFill>
                    <a:latin typeface="Calibri" panose="020F0502020204030204"/>
                  </a:rPr>
                  <a:t>)</a:t>
                </a:r>
              </a:p>
            </p:txBody>
          </p:sp>
        </mc:Choice>
        <mc:Fallback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FD1D8966-404F-B889-61A3-AFE4060B8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122" y="3612287"/>
                <a:ext cx="1263836" cy="236860"/>
              </a:xfrm>
              <a:prstGeom prst="rect">
                <a:avLst/>
              </a:prstGeom>
              <a:blipFill>
                <a:blip r:embed="rId2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8" name="Rectangle 407">
            <a:extLst>
              <a:ext uri="{FF2B5EF4-FFF2-40B4-BE49-F238E27FC236}">
                <a16:creationId xmlns:a16="http://schemas.microsoft.com/office/drawing/2014/main" id="{DA4DFDB4-0556-C6DC-4C59-92078ED4F780}"/>
              </a:ext>
            </a:extLst>
          </p:cNvPr>
          <p:cNvSpPr/>
          <p:nvPr/>
        </p:nvSpPr>
        <p:spPr bwMode="auto">
          <a:xfrm>
            <a:off x="812400" y="2083606"/>
            <a:ext cx="1661167" cy="1643704"/>
          </a:xfrm>
          <a:prstGeom prst="rect">
            <a:avLst/>
          </a:prstGeom>
          <a:noFill/>
          <a:ln w="19050" cap="flat" cmpd="sng" algn="ctr">
            <a:solidFill>
              <a:srgbClr val="0E2841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9" name="TextBox 408">
                <a:extLst>
                  <a:ext uri="{FF2B5EF4-FFF2-40B4-BE49-F238E27FC236}">
                    <a16:creationId xmlns:a16="http://schemas.microsoft.com/office/drawing/2014/main" id="{74E1CA6F-86F0-B950-2DA6-AD9E5093BF06}"/>
                  </a:ext>
                </a:extLst>
              </p:cNvPr>
              <p:cNvSpPr txBox="1"/>
              <p:nvPr/>
            </p:nvSpPr>
            <p:spPr>
              <a:xfrm>
                <a:off x="1463794" y="2074956"/>
                <a:ext cx="1045851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Hop 5- </a:t>
                </a:r>
                <a14:m>
                  <m:oMath xmlns:m="http://schemas.openxmlformats.org/officeDocument/2006/math">
                    <m:r>
                      <a:rPr lang="en-US" sz="900" b="1" i="1" smtClean="0">
                        <a:solidFill>
                          <a:schemeClr val="tx1"/>
                        </a:solidFill>
                        <a:latin typeface="+mn-lt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9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en-US" sz="900" b="1" i="1" smtClean="0">
                        <a:solidFill>
                          <a:schemeClr val="tx1"/>
                        </a:solidFill>
                        <a:latin typeface="+mn-lt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9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en-US" sz="900" b="1" i="1" smtClean="0">
                        <a:solidFill>
                          <a:schemeClr val="tx1"/>
                        </a:solidFill>
                        <a:latin typeface="+mn-lt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900" b="1" dirty="0">
                  <a:solidFill>
                    <a:schemeClr val="tx1"/>
                  </a:solidFill>
                  <a:latin typeface="+mn-lt"/>
                  <a:ea typeface="Cambria Math" panose="02040503050406030204" pitchFamily="18" charset="0"/>
                </a:endParaRPr>
              </a:p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800" b="1" dirty="0">
                  <a:solidFill>
                    <a:prstClr val="black"/>
                  </a:solidFill>
                  <a:latin typeface="Calibri" panose="020F0502020204030204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09" name="TextBox 408">
                <a:extLst>
                  <a:ext uri="{FF2B5EF4-FFF2-40B4-BE49-F238E27FC236}">
                    <a16:creationId xmlns:a16="http://schemas.microsoft.com/office/drawing/2014/main" id="{74E1CA6F-86F0-B950-2DA6-AD9E5093B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794" y="2074956"/>
                <a:ext cx="1045851" cy="35394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3" name="TextBox 412">
            <a:extLst>
              <a:ext uri="{FF2B5EF4-FFF2-40B4-BE49-F238E27FC236}">
                <a16:creationId xmlns:a16="http://schemas.microsoft.com/office/drawing/2014/main" id="{D9497E66-9E61-3A2C-E819-A7C605CCA14A}"/>
              </a:ext>
            </a:extLst>
          </p:cNvPr>
          <p:cNvSpPr txBox="1"/>
          <p:nvPr/>
        </p:nvSpPr>
        <p:spPr>
          <a:xfrm>
            <a:off x="5926077" y="1612441"/>
            <a:ext cx="686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prstClr val="black"/>
                </a:solidFill>
                <a:latin typeface="Calibri" panose="020F0502020204030204"/>
              </a:rPr>
              <a:t>C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BAE8C0EE-0EFC-3FAE-0373-3C5F530AA971}"/>
              </a:ext>
            </a:extLst>
          </p:cNvPr>
          <p:cNvSpPr txBox="1"/>
          <p:nvPr/>
        </p:nvSpPr>
        <p:spPr>
          <a:xfrm>
            <a:off x="4431907" y="1612062"/>
            <a:ext cx="686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prstClr val="black"/>
                </a:solidFill>
                <a:latin typeface="Calibri" panose="020F0502020204030204"/>
              </a:rPr>
              <a:t>B</a:t>
            </a: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F9F1D271-9DE2-9CE3-E33E-5299AD43A036}"/>
              </a:ext>
            </a:extLst>
          </p:cNvPr>
          <p:cNvSpPr txBox="1"/>
          <p:nvPr/>
        </p:nvSpPr>
        <p:spPr>
          <a:xfrm>
            <a:off x="7505488" y="1616338"/>
            <a:ext cx="686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prstClr val="black"/>
                </a:solidFill>
                <a:latin typeface="Calibri" panose="020F0502020204030204"/>
              </a:rPr>
              <a:t>D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F89EEC49-7A7C-9AF6-EF38-AA48FF6F6A23}"/>
              </a:ext>
            </a:extLst>
          </p:cNvPr>
          <p:cNvSpPr txBox="1"/>
          <p:nvPr/>
        </p:nvSpPr>
        <p:spPr>
          <a:xfrm>
            <a:off x="2082193" y="1622621"/>
            <a:ext cx="686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prstClr val="black"/>
                </a:solidFill>
                <a:latin typeface="Calibri" panose="020F0502020204030204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0072040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rgbClr val="000000"/>
          </a:solidFill>
          <a:prstDash val="solid"/>
          <a:miter lim="800000"/>
          <a:headEnd/>
          <a:tailEnd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rgbClr val="0066CC"/>
            </a:solidFill>
            <a:effectLst/>
            <a:latin typeface="Arial" pitchFamily="34" charset="0"/>
            <a:ea typeface="Calibri" pitchFamily="34" charset="0"/>
            <a:cs typeface="Arial" pitchFamily="34" charset="0"/>
          </a:defRPr>
        </a:defPPr>
      </a:lstStyle>
    </a:spDef>
    <a:lnDef>
      <a:spPr bwMode="auto">
        <a:solidFill>
          <a:srgbClr val="0066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solidFill>
          <a:schemeClr val="bg2">
            <a:lumMod val="20000"/>
            <a:lumOff val="80000"/>
          </a:schemeClr>
        </a:solidFill>
      </a:spPr>
      <a:bodyPr wrap="none" rtlCol="0">
        <a:spAutoFit/>
      </a:bodyPr>
      <a:lstStyle>
        <a:defPPr fontAlgn="auto">
          <a:spcBef>
            <a:spcPts val="0"/>
          </a:spcBef>
          <a:spcAft>
            <a:spcPts val="0"/>
          </a:spcAft>
          <a:defRPr b="1" dirty="0" smtClean="0">
            <a:solidFill>
              <a:prstClr val="black"/>
            </a:solidFill>
            <a:latin typeface="Calibri" panose="020F0502020204030204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5FBEB02-6E83-41AA-88FD-6D37D3F023B7}">
  <we:reference id="4b785c87-866c-4bad-85d8-5d1ae467ac9a" version="3.12.1.0" store="EXCatalog" storeType="EXCatalog"/>
  <we:alternateReferences>
    <we:reference id="WA104381909" version="3.12.1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cuMO-5-20-25(2)</Template>
  <TotalTime>1</TotalTime>
  <Words>120</Words>
  <Application>Microsoft Office PowerPoint</Application>
  <PresentationFormat>On-screen Show (4:3)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Cambria Math</vt:lpstr>
      <vt:lpstr>Times New Roman</vt:lpstr>
      <vt:lpstr>Default Design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Kelley, Anna</dc:creator>
  <cp:keywords/>
  <dc:description/>
  <cp:lastModifiedBy>Kelley, Anna</cp:lastModifiedBy>
  <cp:revision>1</cp:revision>
  <cp:lastPrinted>2018-10-26T03:21:17Z</cp:lastPrinted>
  <dcterms:created xsi:type="dcterms:W3CDTF">2025-05-20T14:10:46Z</dcterms:created>
  <dcterms:modified xsi:type="dcterms:W3CDTF">2025-06-23T18:13:34Z</dcterms:modified>
  <cp:category/>
</cp:coreProperties>
</file>